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知识问答系统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基于 RAG 技术的智能知识问答平台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840480"/>
            <a:ext cx="109728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840480"/>
            <a:ext cx="109728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Vue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3840480"/>
            <a:ext cx="109728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ChromaDB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79" y="3840480"/>
            <a:ext cx="109728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Ollama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840480"/>
            <a:ext cx="109728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项目概述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项目背景与核心价值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技术架构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系统架构与技术选型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核心功能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RAG 智能问答详解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29184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数据库设计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数据模型与关系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31920"/>
            <a:ext cx="329184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安全设计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认证与安全机制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931920"/>
            <a:ext cx="329184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206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2F6"/>
                </a:solidFill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项目亮点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技术难点与解决方案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01 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</a:defRPr>
            </a:pPr>
            <a:r>
              <a:t>知识问答系统是一个基于 RAG（检索增强生成）技术的智能知识问答平台。</a:t>
            </a:r>
            <a:br/>
            <a:r>
              <a:t>用户可以上传文档到知识库，系统会自动解析、分块、向量化并存储，</a:t>
            </a:r>
            <a:br/>
            <a:r>
              <a:t>然后通过 AI 模型对用户的问题进行检索增强生成回答。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246888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</a:defRPr>
            </a:pPr>
            <a: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知识管理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支持 PDF/Word/MD/TXT/HTML</a:t>
            </a:r>
            <a:br/>
            <a:r>
              <a:t>多种格式文档上传与解析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200400"/>
            <a:ext cx="246888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</a:defRPr>
            </a:pPr>
            <a: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智能问答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4663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基于 RAG 技术</a:t>
            </a:r>
            <a:br/>
            <a:r>
              <a:t>AI 根据知识库精准回答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246888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</a:defRPr>
            </a:pPr>
            <a: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来源引用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每个回答标注参考来源</a:t>
            </a:r>
            <a:br/>
            <a:r>
              <a:t>确保信息可追溯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200400"/>
            <a:ext cx="246888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34747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93B"/>
                </a:solidFill>
              </a:defRPr>
            </a:pPr>
            <a: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114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多轮对话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663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支持上下文记忆</a:t>
            </a:r>
            <a:br/>
            <a:r>
              <a:t>理解用户追问意图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02 系统架构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058400" cy="10972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前端层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用户端 (Vue 3 + Element Plus, Port 5175)  |  管理端 (Vue 3 + Element Plus, Port 5174)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10058400" cy="10972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</a:defRPr>
            </a:pPr>
            <a:r>
              <a:t>API 网关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</a:defRPr>
            </a:pPr>
            <a:r>
              <a:t>FastAPI (Port 8000)  |  认证  |  知识库  |  文档  |  聊天  |  设置  |  管理后台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389120"/>
            <a:ext cx="3108960" cy="1828800"/>
          </a:xfrm>
          <a:prstGeom prst="roundRect">
            <a:avLst/>
          </a:prstGeom>
          <a:solidFill>
            <a:srgbClr val="DC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关系数据</a:t>
            </a:r>
            <a:br/>
            <a:r>
              <a:t>用户/知识库/文档/对话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389120"/>
            <a:ext cx="3108960" cy="18288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ChromaDB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029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向量数据</a:t>
            </a:r>
            <a:br/>
            <a:r>
              <a:t>文档 Embedding 存储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389120"/>
            <a:ext cx="3108960" cy="182880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93B"/>
                </a:solidFill>
              </a:defRPr>
            </a:pPr>
            <a:r>
              <a:t>Ollama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029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LLM 服务</a:t>
            </a:r>
            <a:br/>
            <a:r>
              <a:t>Qwen2:7b 本地推理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02 技术选型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类别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选型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备选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选择理由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0515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Web 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Django/Flask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异步支持、自动文档、高性能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1051560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SQLAlchemy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Tortoise 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成熟稳定、社区活跃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29000"/>
            <a:ext cx="10515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数据库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MySQL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生态完善、运维简单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1051560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向量库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ChromaDB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Milvus/Pinecone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轻量级、本地部署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00600"/>
            <a:ext cx="10515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Ollama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OpenAI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隐私保护、零成本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486400"/>
            <a:ext cx="1051560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前端框架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623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Vue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React/Angular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5623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学习曲线平缓、中文生态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6172200"/>
            <a:ext cx="1051560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UI 组件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Element Plus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Ant Design Vue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组件丰富、文档完善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03 RAG 智能问答流程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用户提问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输入问题文本</a:t>
            </a:r>
          </a:p>
        </p:txBody>
      </p:sp>
      <p:sp>
        <p:nvSpPr>
          <p:cNvPr id="6" name="Oval 5"/>
          <p:cNvSpPr/>
          <p:nvPr/>
        </p:nvSpPr>
        <p:spPr>
          <a:xfrm>
            <a:off x="2834640" y="16459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向量化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Embedding 模型</a:t>
            </a:r>
            <a:br/>
            <a:r>
              <a:t>转换为 512 维向量</a:t>
            </a:r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向量检索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ChromaDB</a:t>
            </a:r>
            <a:br/>
            <a:r>
              <a:t>余弦相似度 Top-5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16459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构建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注入检索结果</a:t>
            </a:r>
            <a:br/>
            <a:r>
              <a:t>+ 对话历史</a:t>
            </a:r>
          </a:p>
        </p:txBody>
      </p:sp>
      <p:sp>
        <p:nvSpPr>
          <p:cNvPr id="15" name="Oval 14"/>
          <p:cNvSpPr/>
          <p:nvPr/>
        </p:nvSpPr>
        <p:spPr>
          <a:xfrm>
            <a:off x="8595360" y="16459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LLM 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Ollama Qwen2</a:t>
            </a:r>
            <a:br/>
            <a:r>
              <a:t>流式输出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0" y="164592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返回回答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附带来源引用</a:t>
            </a:r>
            <a:br/>
            <a:r>
              <a:t>实时渲染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RAG 相比微调的优势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246888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37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减少幻觉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基于真实文档回答</a:t>
            </a:r>
            <a:br/>
            <a:r>
              <a:t>降低 AI 编造信息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4754880"/>
            <a:ext cx="246888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937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知识可更新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上传新文档即可</a:t>
            </a:r>
            <a:br/>
            <a:r>
              <a:t>无需重新训练模型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754880"/>
            <a:ext cx="246888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937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来源可追溯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每个回答标注来源</a:t>
            </a:r>
            <a:br/>
            <a:r>
              <a:t>用户可验证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4754880"/>
            <a:ext cx="2468880" cy="1645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4937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成本低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只需存储文档向量</a:t>
            </a:r>
            <a:br/>
            <a:r>
              <a:t>无需 GPU 训练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03 核心功能模块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用户认证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JWT 双 Token</a:t>
            </a:r>
            <a:br/>
            <a:r>
              <a:t>频率限制</a:t>
            </a:r>
            <a:br/>
            <a:r>
              <a:t>密码哈希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9184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知识库管理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CRUD 操作</a:t>
            </a:r>
            <a:br/>
            <a:r>
              <a:t>可见性控制</a:t>
            </a:r>
            <a:br/>
            <a:r>
              <a:t>知识库复制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29184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文档处理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多格式解析</a:t>
            </a:r>
            <a:br/>
            <a:r>
              <a:t>文本分块</a:t>
            </a:r>
            <a:br/>
            <a:r>
              <a:t>状态管理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329184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智能问答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RAG 检索</a:t>
            </a:r>
            <a:br/>
            <a:r>
              <a:t>流式响应</a:t>
            </a:r>
            <a:br/>
            <a:r>
              <a:t>多轮对话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114800"/>
            <a:ext cx="329184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收藏反馈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212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知识库收藏</a:t>
            </a:r>
            <a:br/>
            <a:r>
              <a:t>消息评分</a:t>
            </a:r>
            <a:br/>
            <a:r>
              <a:t>评论反馈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114800"/>
            <a:ext cx="329184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管理后台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212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用户管理</a:t>
            </a:r>
            <a:br/>
            <a:r>
              <a:t>数据统计</a:t>
            </a:r>
            <a:br/>
            <a:r>
              <a:t>系统设置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04 数据库设计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用户表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id, username, email</a:t>
            </a:r>
            <a:br/>
            <a:r>
              <a:t>password_hash, role,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10312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knowledge_bases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知识库表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3774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id, owner_id, name</a:t>
            </a:r>
            <a:br/>
            <a:r>
              <a:t>is_public, chunk_size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210312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文档表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774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id, knowledge_base_id</a:t>
            </a:r>
            <a:br/>
            <a:r>
              <a:t>filename, status, file_path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71600"/>
            <a:ext cx="210312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conversations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对话表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3774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id, user_id</a:t>
            </a:r>
            <a:br/>
            <a:r>
              <a:t>knowledge_base_id, title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371600"/>
            <a:ext cx="2103120" cy="3200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messages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消息表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3774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</a:defRPr>
            </a:pPr>
            <a:r>
              <a:t>id, conversation_id</a:t>
            </a:r>
            <a:br/>
            <a:r>
              <a:t>role, content, 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数据关系：users 1→N knowledge_bases 1→N documents</a:t>
            </a:r>
            <a:br/>
            <a:r>
              <a:t>         users 1→N conversations 1→N messages</a:t>
            </a:r>
            <a:br/>
            <a:r>
              <a:t>         users 1→N favorites N→1 knowledge_bases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05 安全设计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5029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认证安全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JWT 双 Token 认证（Access 60min + Refresh 7d）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Token 轮换机制，Refresh Token 使用后失效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PBKDF2 密码哈希 + 随机盐值（100,000 次迭代）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hmac.compare_digest 防止时序攻击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基于 IP 的登录/注册频率限制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291840" cy="5029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数据安全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XSS 防护：DOMPurify 消毒所有 HTML 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SQL 注入防护：SQLAlchemy ORM 参数化查询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文件上传验证：类型、大小限制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CORS 配置：限制跨域来源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291840" cy="5029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运行时安全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94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生产环境禁用 Swagger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JWT 密钥强制配置检查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错误信息脱敏，不暴露内部细节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</a:defRPr>
            </a:pPr>
            <a:r>
              <a:t>• 操作日志审计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06 技术难点与解决方案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难点 1: 向量检索与事件循环冲突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</a:defRPr>
            </a:pPr>
            <a:r>
              <a:t>问题：ChromaDB 同步查询阻塞 FastAPI 事件循环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方案：asyncio.to_thread() 线程池执行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代码：backend/app/services/chat.py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难点 2: 流式 Session 作用域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</a:defRPr>
            </a:pPr>
            <a:r>
              <a:t>问题：StreamingResponse 消费时 session 已关闭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方案：生成器内部创建独立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00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代码：backend/app/services/chat.py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303520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难点 3: SSE 分片解析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</a:defRPr>
            </a:pPr>
            <a:r>
              <a:t>问题：数据跨 chunk 到达，需正确拼接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94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方案：buffer 机制保留不完整行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943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代码：backend/app/services/chat.py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5303520" cy="2377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难点 4: 多轮对话上下文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754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4444"/>
                </a:solidFill>
              </a:defRPr>
            </a:pPr>
            <a:r>
              <a:t>问题：LLM 上下文窗口有限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94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C55E"/>
                </a:solidFill>
              </a:defRPr>
            </a:pPr>
            <a:r>
              <a:t>方案：最近 5 轮历史 + 消息截断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943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代码：backend/app/services/chat.py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</a:defRPr>
            </a:pPr>
            <a:r>
              <a:t>06 性能优化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5029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数据库优化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连接池配置</a:t>
            </a:r>
            <a:br/>
            <a:r>
              <a:t>pool_size=5</a:t>
            </a:r>
            <a:br/>
            <a:r>
              <a:t>max_overflow=10</a:t>
            </a:r>
            <a:br/>
            <a:r>
              <a:t>查询分页支持</a:t>
            </a:r>
            <a:br/>
            <a:r>
              <a:t>索引优化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71600"/>
            <a:ext cx="2468880" cy="5029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异步处理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9456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文档处理线程池</a:t>
            </a:r>
            <a:br/>
            <a:r>
              <a:t>asyncio.to_thread()</a:t>
            </a:r>
            <a:br/>
            <a:r>
              <a:t>LLM 超时控制 120s</a:t>
            </a:r>
            <a:br/>
            <a:r>
              <a:t>流式响应减少延迟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468880" cy="5029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缓存策略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知识库列表缓存</a:t>
            </a:r>
            <a:br/>
            <a:r>
              <a:t>设置项单次查询</a:t>
            </a:r>
            <a:br/>
            <a:r>
              <a:t>Embedding 模型缓存</a:t>
            </a:r>
            <a:br/>
            <a:r>
              <a:t>lru_cache 装饰器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468880" cy="5029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前端优化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19456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93B"/>
                </a:solidFill>
              </a:defRPr>
            </a:pPr>
            <a:r>
              <a:t>组件懒加载</a:t>
            </a:r>
            <a:br/>
            <a:r>
              <a:t>路由懒加载</a:t>
            </a:r>
            <a:br/>
            <a:r>
              <a:t>搜索防抖 300ms</a:t>
            </a:r>
            <a:br/>
            <a:r>
              <a:t>虚拟滚动列表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项目亮点总结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✅ RAG 检索增强生成，减少 AI 幻觉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✅ 流式响应 SSE，实时打字机效果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✅ 多轮对话支持，上下文记忆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834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✅ JWT 双 Token + 轮换机制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✅ PBKDF2 密码哈希 + 时序攻击防护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✅ 异步架构 + 线程池优化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212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✅ 多格式文档解析与向量化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✅ 完整的管理后台与数据统计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GitHub: https://github.com/wy050601WLS/CogniQ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